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ru-RU" altLang="en-US"/>
              <a:t>Лабораторная работа </a:t>
            </a:r>
            <a:r>
              <a:rPr lang="en-US" altLang="ru-RU"/>
              <a:t>1</a:t>
            </a:r>
            <a:endParaRPr lang="en-US" alt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ru-RU"/>
              <a:t>Julia. </a:t>
            </a:r>
            <a:r>
              <a:rPr lang="en-US" altLang="en-US"/>
              <a:t>Установка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настройка</a:t>
            </a:r>
            <a:r>
              <a:rPr lang="en-US" altLang="ru-RU"/>
              <a:t>. </a:t>
            </a:r>
            <a:r>
              <a:rPr lang="en-US" altLang="en-US"/>
              <a:t>Основные</a:t>
            </a:r>
            <a:r>
              <a:rPr lang="en-US" altLang="ru-RU"/>
              <a:t> </a:t>
            </a:r>
            <a:r>
              <a:rPr lang="en-US" altLang="en-US"/>
              <a:t>принципы</a:t>
            </a:r>
            <a:r>
              <a:rPr lang="en-US" altLang="ru-RU"/>
              <a:t>.</a:t>
            </a:r>
            <a:endParaRPr lang="en-US" altLang="ru-RU"/>
          </a:p>
          <a:p>
            <a:r>
              <a:rPr lang="ru-RU" altLang="en-US"/>
              <a:t>Цвелев С.А. НПИбд-0</a:t>
            </a:r>
            <a:r>
              <a:rPr lang="en-US" altLang="ru-RU"/>
              <a:t>1</a:t>
            </a:r>
            <a:r>
              <a:rPr lang="ru-RU" altLang="en-US"/>
              <a:t>-22</a:t>
            </a:r>
            <a:endParaRPr lang="ru-RU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Цель работы</a:t>
            </a:r>
            <a:endParaRPr lang="ru-RU" altLang="en-US"/>
          </a:p>
        </p:txBody>
      </p:sp>
      <p:sp>
        <p:nvSpPr>
          <p:cNvPr id="5" name="Замещающее содержимое 4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Основная</a:t>
            </a:r>
            <a:r>
              <a:rPr lang="en-US" altLang="ru-RU"/>
              <a:t> </a:t>
            </a:r>
            <a:r>
              <a:rPr lang="en-US" altLang="en-US"/>
              <a:t>цель</a:t>
            </a:r>
            <a:r>
              <a:rPr lang="en-US" altLang="ru-RU"/>
              <a:t> </a:t>
            </a:r>
            <a:r>
              <a:rPr lang="en-US" altLang="en-US"/>
              <a:t>работы</a:t>
            </a:r>
            <a:r>
              <a:rPr lang="en-US" altLang="ru-RU"/>
              <a:t> — </a:t>
            </a:r>
            <a:r>
              <a:rPr lang="en-US" altLang="en-US"/>
              <a:t>подготовить</a:t>
            </a:r>
            <a:r>
              <a:rPr lang="en-US" altLang="ru-RU"/>
              <a:t> </a:t>
            </a:r>
            <a:r>
              <a:rPr lang="en-US" altLang="en-US"/>
              <a:t>рабочее</a:t>
            </a:r>
            <a:r>
              <a:rPr lang="en-US" altLang="ru-RU"/>
              <a:t> </a:t>
            </a:r>
            <a:r>
              <a:rPr lang="en-US" altLang="en-US"/>
              <a:t>пространство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инструментарий</a:t>
            </a:r>
            <a:r>
              <a:rPr lang="en-US" altLang="ru-RU"/>
              <a:t> </a:t>
            </a:r>
            <a:r>
              <a:rPr lang="en-US" altLang="en-US"/>
              <a:t>для</a:t>
            </a:r>
            <a:r>
              <a:rPr lang="en-US" altLang="ru-RU"/>
              <a:t> </a:t>
            </a:r>
            <a:r>
              <a:rPr lang="en-US" altLang="en-US"/>
              <a:t>работы</a:t>
            </a:r>
            <a:r>
              <a:rPr lang="en-US" altLang="ru-RU"/>
              <a:t> </a:t>
            </a:r>
            <a:r>
              <a:rPr lang="en-US" altLang="en-US"/>
              <a:t>с</a:t>
            </a:r>
            <a:r>
              <a:rPr lang="en-US" altLang="ru-RU"/>
              <a:t> </a:t>
            </a:r>
            <a:r>
              <a:rPr lang="en-US" altLang="en-US"/>
              <a:t>языком</a:t>
            </a:r>
            <a:r>
              <a:rPr lang="en-US" altLang="ru-RU"/>
              <a:t> </a:t>
            </a:r>
            <a:r>
              <a:rPr lang="en-US" altLang="en-US"/>
              <a:t>программирования</a:t>
            </a:r>
            <a:r>
              <a:rPr lang="en-US" altLang="ru-RU"/>
              <a:t> Julia, </a:t>
            </a:r>
            <a:r>
              <a:rPr lang="en-US" altLang="en-US"/>
              <a:t>на</a:t>
            </a:r>
            <a:r>
              <a:rPr lang="en-US" altLang="ru-RU"/>
              <a:t> </a:t>
            </a:r>
            <a:r>
              <a:rPr lang="en-US" altLang="en-US"/>
              <a:t>простейших</a:t>
            </a:r>
            <a:r>
              <a:rPr lang="en-US" altLang="ru-RU"/>
              <a:t> </a:t>
            </a:r>
            <a:r>
              <a:rPr lang="en-US" altLang="en-US"/>
              <a:t>примерах</a:t>
            </a:r>
            <a:r>
              <a:rPr lang="en-US" altLang="ru-RU"/>
              <a:t> </a:t>
            </a:r>
            <a:r>
              <a:rPr lang="en-US" altLang="en-US"/>
              <a:t>познакомиться</a:t>
            </a:r>
            <a:r>
              <a:rPr lang="en-US" altLang="ru-RU"/>
              <a:t> </a:t>
            </a:r>
            <a:r>
              <a:rPr lang="en-US" altLang="en-US"/>
              <a:t>с</a:t>
            </a:r>
            <a:r>
              <a:rPr lang="en-US" altLang="ru-RU"/>
              <a:t> </a:t>
            </a:r>
            <a:r>
              <a:rPr lang="en-US" altLang="en-US"/>
              <a:t>основами</a:t>
            </a:r>
            <a:r>
              <a:rPr lang="en-US" altLang="ru-RU"/>
              <a:t> </a:t>
            </a:r>
            <a:r>
              <a:rPr lang="en-US" altLang="en-US"/>
              <a:t>синтаксиса</a:t>
            </a:r>
            <a:r>
              <a:rPr lang="en-US" altLang="ru-RU"/>
              <a:t> Julia.</a:t>
            </a:r>
            <a:endParaRPr lang="en-US" alt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Установка </a:t>
            </a:r>
            <a:r>
              <a:rPr lang="en-US" altLang="en-US"/>
              <a:t>Julia</a:t>
            </a:r>
            <a:endParaRPr lang="en-US" altLang="en-US"/>
          </a:p>
        </p:txBody>
      </p:sp>
      <p:pic>
        <p:nvPicPr>
          <p:cNvPr id="5" name="Изображение 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647440" y="3043555"/>
            <a:ext cx="4514850" cy="191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ru-RU" altLang="en-US"/>
              <a:t>Проверка документации по командам</a:t>
            </a:r>
            <a:endParaRPr lang="ru-RU" altLang="en-US"/>
          </a:p>
        </p:txBody>
      </p:sp>
      <p:pic>
        <p:nvPicPr>
          <p:cNvPr id="3" name="Изображение 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47700" y="3061970"/>
            <a:ext cx="10515600" cy="18783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Проверка различных функций</a:t>
            </a:r>
            <a:endParaRPr lang="ru-RU" altLang="en-US"/>
          </a:p>
        </p:txBody>
      </p:sp>
      <p:pic>
        <p:nvPicPr>
          <p:cNvPr id="5" name="Изображени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038090" y="3500755"/>
            <a:ext cx="1733550" cy="100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359</Words>
  <Application>WPS Presentation</Application>
  <PresentationFormat>宽屏</PresentationFormat>
  <Paragraphs>15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Office Theme</vt:lpstr>
      <vt:lpstr>Лабораторная работа 2</vt:lpstr>
      <vt:lpstr>Цель работы</vt:lpstr>
      <vt:lpstr>Проверка информации о пользователе</vt:lpstr>
      <vt:lpstr>Создание пользователя alice и выдача пароля</vt:lpstr>
      <vt:lpstr>Редактирование файла /etc/login.defs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Грибобес</cp:lastModifiedBy>
  <cp:revision>3</cp:revision>
  <dcterms:created xsi:type="dcterms:W3CDTF">2024-01-28T20:18:00Z</dcterms:created>
  <dcterms:modified xsi:type="dcterms:W3CDTF">2026-03-17T17:20:49Z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1049-12.2.0.23196</vt:lpwstr>
  </property>
  <property fmtid="{D5CDD505-2E9C-101B-9397-08002B2CF9AE}" pid="3" name="ICV">
    <vt:lpwstr>82569B5933DC4A2F9B03B25A265A4C68_12</vt:lpwstr>
  </property>
</Properties>
</file>