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9"/>
  </p:notesMasterIdLst>
  <p:handoutMasterIdLst>
    <p:handoutMasterId r:id="rId10"/>
  </p:handoutMasterIdLst>
  <p:sldIdLst>
    <p:sldId id="256" r:id="rId3"/>
    <p:sldId id="257" r:id="rId4"/>
    <p:sldId id="264" r:id="rId5"/>
    <p:sldId id="271" r:id="rId6"/>
    <p:sldId id="278" r:id="rId7"/>
    <p:sldId id="279" r:id="rId8"/>
  </p:sldIdLst>
  <p:sldSz cx="12192000" cy="6858000"/>
  <p:notesSz cx="7103745" cy="10234295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2B2B2"/>
    <a:srgbClr val="202020"/>
    <a:srgbClr val="323232"/>
    <a:srgbClr val="CC3300"/>
    <a:srgbClr val="CC0000"/>
    <a:srgbClr val="FF3300"/>
    <a:srgbClr val="990000"/>
    <a:srgbClr val="FF8D41"/>
    <a:srgbClr val="FF6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MasterView">
  <p:normalViewPr horzBarState="maximized">
    <p:restoredLeft sz="12278" autoAdjust="0"/>
    <p:restoredTop sz="94660"/>
  </p:normalViewPr>
  <p:slideViewPr>
    <p:cSldViewPr snapToGrid="0" showGuides="1">
      <p:cViewPr varScale="1">
        <p:scale>
          <a:sx n="117" d="100"/>
          <a:sy n="117" d="100"/>
        </p:scale>
        <p:origin x="510" y="102"/>
      </p:cViewPr>
      <p:guideLst>
        <p:guide orient="horz" pos="2160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2000" cy="720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notesMaster" Target="notesMasters/notesMaster1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3" Type="http://schemas.openxmlformats.org/officeDocument/2006/relationships/tableStyles" Target="tableStyles.xml"/><Relationship Id="rId12" Type="http://schemas.openxmlformats.org/officeDocument/2006/relationships/viewProps" Target="viewProps.xml"/><Relationship Id="rId11" Type="http://schemas.openxmlformats.org/officeDocument/2006/relationships/presProps" Target="presProps.xml"/><Relationship Id="rId10" Type="http://schemas.openxmlformats.org/officeDocument/2006/relationships/handoutMaster" Target="handoutMasters/handoutMaster1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45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4023812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45"/>
            </a:lvl1pPr>
          </a:lstStyle>
          <a:p>
            <a:fld id="{0F9B84EA-7D68-4D60-9CB1-D50884785D1C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45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4023812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45"/>
            </a:lvl1pPr>
          </a:lstStyle>
          <a:p>
            <a:fld id="{8D4E0FC9-F1F8-4FAE-9988-3BA365CFD46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dt" idx="1"/>
          </p:nvPr>
        </p:nvSpPr>
        <p:spPr>
          <a:xfrm>
            <a:off x="4024313" y="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6C8D182-E4C8-4120-9249-FC9774456FFA}" type="datetimeFigureOut">
              <a:rPr lang="en-US" smtClean="0"/>
            </a:fld>
            <a:endParaRPr lang="en-US"/>
          </a:p>
        </p:txBody>
      </p:sp>
      <p:sp>
        <p:nvSpPr>
          <p:cNvPr id="4" name="Slide Image Placehoder 3"/>
          <p:cNvSpPr>
            <a:spLocks noGrp="1" noRot="1" noChangeAspect="1"/>
          </p:cNvSpPr>
          <p:nvPr>
            <p:ph type="sldImg" idx="2"/>
          </p:nvPr>
        </p:nvSpPr>
        <p:spPr>
          <a:xfrm>
            <a:off x="482600" y="1279525"/>
            <a:ext cx="6140450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 Placeholder 4"/>
          <p:cNvSpPr>
            <a:spLocks noGrp="1"/>
          </p:cNvSpPr>
          <p:nvPr>
            <p:ph type="body" sz="quarter" idx="3"/>
          </p:nvPr>
        </p:nvSpPr>
        <p:spPr>
          <a:xfrm>
            <a:off x="711200" y="4926013"/>
            <a:ext cx="5683250" cy="402907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72185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024313" y="972185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5D0DACE-38E0-42D2-9336-2B707D34BC6D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322962"/>
            <a:ext cx="9144000" cy="2187001"/>
          </a:xfrm>
        </p:spPr>
        <p:txBody>
          <a:bodyPr anchor="b">
            <a:normAutofit/>
          </a:bodyPr>
          <a:lstStyle>
            <a:lvl1pPr algn="ctr">
              <a:lnSpc>
                <a:spcPct val="130000"/>
              </a:lnSpc>
              <a:defRPr sz="6000">
                <a:effectLst/>
                <a:latin typeface="Calibri Light" panose="020F0302020204030204" pitchFamily="34" charset="0"/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4" name="Date Placeholder 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>
            <a:normAutofit/>
          </a:bodyPr>
          <a:lstStyle>
            <a:lvl1pPr marL="0" indent="0" algn="ctr"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Calibri Light" panose="020F0302020204030204" pitchFamily="34" charset="0"/>
                <a:ea typeface="+mj-ea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 smtClean="0"/>
              <a:t>Click to edit Master subtitle style</a:t>
            </a:r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7700" y="258445"/>
            <a:ext cx="10515600" cy="1325563"/>
          </a:xfrm>
        </p:spPr>
        <p:txBody>
          <a:bodyPr anchor="ctr" anchorCtr="0">
            <a:normAutofit/>
          </a:bodyPr>
          <a:lstStyle>
            <a:lvl1pPr>
              <a:defRPr sz="4400" b="1">
                <a:effectLst/>
                <a:latin typeface="Calibri Light" panose="020F0302020204030204" pitchFamily="34" charset="0"/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47700" y="1825625"/>
            <a:ext cx="10515600" cy="4351338"/>
          </a:xfrm>
        </p:spPr>
        <p:txBody>
          <a:bodyPr>
            <a:normAutofit/>
          </a:bodyPr>
          <a:lstStyle>
            <a:lvl1pPr>
              <a:defRPr sz="28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  <a:lvl2pPr>
              <a:defRPr sz="24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2pPr>
            <a:lvl3pPr>
              <a:defRPr sz="20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3pPr>
            <a:lvl4pPr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4pPr>
            <a:lvl5pPr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5pPr>
          </a:lstStyle>
          <a:p>
            <a:pPr lvl="0"/>
            <a:r>
              <a:rPr lang="en-US" dirty="0" smtClean="0"/>
              <a:t>Click to edit Master text styles</a:t>
            </a:r>
            <a:endParaRPr lang="en-US" dirty="0" smtClean="0"/>
          </a:p>
          <a:p>
            <a:pPr lvl="1"/>
            <a:r>
              <a:rPr lang="en-US" dirty="0"/>
              <a:t>Second level 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3750945"/>
            <a:ext cx="9843135" cy="811530"/>
          </a:xfrm>
        </p:spPr>
        <p:txBody>
          <a:bodyPr anchor="b">
            <a:noAutofit/>
          </a:bodyPr>
          <a:lstStyle>
            <a:lvl1pPr>
              <a:defRPr sz="6000">
                <a:effectLst/>
              </a:defRPr>
            </a:lvl1pPr>
          </a:lstStyle>
          <a:p>
            <a:r>
              <a:rPr lang="en-US" dirty="0" smtClean="0">
                <a:sym typeface="+mn-ea"/>
              </a:rPr>
              <a:t>Click to edit Master title style</a:t>
            </a:r>
            <a:endParaRPr lang="en-US" dirty="0" smtClean="0">
              <a:sym typeface="+mn-ea"/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610028"/>
            <a:ext cx="7321550" cy="647555"/>
          </a:xfrm>
        </p:spPr>
        <p:txBody>
          <a:bodyPr>
            <a:noAutofit/>
          </a:bodyPr>
          <a:lstStyle>
            <a:lvl1pPr marL="0" indent="0">
              <a:buNone/>
              <a:defRPr sz="24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7700" y="258445"/>
            <a:ext cx="10515600" cy="1325563"/>
          </a:xfrm>
        </p:spPr>
        <p:txBody>
          <a:bodyPr>
            <a:normAutofit/>
          </a:bodyPr>
          <a:lstStyle>
            <a:lvl1pPr>
              <a:defRPr sz="4400" b="0" i="0">
                <a:effectLst/>
              </a:defRPr>
            </a:lvl1pPr>
          </a:lstStyle>
          <a:p>
            <a:r>
              <a:rPr lang="en-US" dirty="0" smtClean="0">
                <a:sym typeface="+mn-ea"/>
              </a:rPr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47700" y="1825625"/>
            <a:ext cx="5181600" cy="4351338"/>
          </a:xfrm>
        </p:spPr>
        <p:txBody>
          <a:bodyPr>
            <a:normAutofit/>
          </a:bodyPr>
          <a:lstStyle>
            <a:lvl1pPr>
              <a:lnSpc>
                <a:spcPct val="150000"/>
              </a:lnSpc>
              <a:defRPr sz="28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  <a:lvl2pPr>
              <a:lnSpc>
                <a:spcPct val="150000"/>
              </a:lnSpc>
              <a:defRPr sz="24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2pPr>
            <a:lvl3pPr>
              <a:lnSpc>
                <a:spcPct val="150000"/>
              </a:lnSpc>
              <a:defRPr sz="20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3pPr>
            <a:lvl4pPr>
              <a:lnSpc>
                <a:spcPct val="150000"/>
              </a:lnSpc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4pPr>
            <a:lvl5pPr>
              <a:lnSpc>
                <a:spcPct val="150000"/>
              </a:lnSpc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981700" y="1825625"/>
            <a:ext cx="5181600" cy="4351338"/>
          </a:xfrm>
        </p:spPr>
        <p:txBody>
          <a:bodyPr>
            <a:normAutofit/>
          </a:bodyPr>
          <a:lstStyle>
            <a:lvl1pPr>
              <a:lnSpc>
                <a:spcPct val="150000"/>
              </a:lnSpc>
              <a:defRPr kumimoji="0" lang="en-US" sz="2800" b="0" i="0" u="none" strike="noStrike" kern="1200" cap="none" spc="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ea typeface="+mn-ea"/>
                <a:cs typeface="+mn-cs"/>
              </a:defRPr>
            </a:lvl1pPr>
            <a:lvl2pPr>
              <a:lnSpc>
                <a:spcPct val="150000"/>
              </a:lnSpc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lnSpc>
                <a:spcPct val="150000"/>
              </a:lnSpc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lnSpc>
                <a:spcPct val="150000"/>
              </a:lnSpc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lnSpc>
                <a:spcPct val="150000"/>
              </a:lnSpc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>
                <a:sym typeface="+mn-ea"/>
              </a:rPr>
              <a:t>Second level</a:t>
            </a:r>
            <a:endParaRPr lang="en-US" dirty="0"/>
          </a:p>
          <a:p>
            <a:pPr lvl="2"/>
            <a:r>
              <a:rPr lang="en-US" dirty="0">
                <a:sym typeface="+mn-ea"/>
              </a:rPr>
              <a:t>Third level</a:t>
            </a:r>
            <a:endParaRPr lang="en-US" dirty="0"/>
          </a:p>
          <a:p>
            <a:pPr lvl="3"/>
            <a:r>
              <a:rPr lang="en-US" dirty="0">
                <a:sym typeface="+mn-ea"/>
              </a:rPr>
              <a:t>Fourth level</a:t>
            </a:r>
            <a:endParaRPr lang="en-US" dirty="0"/>
          </a:p>
          <a:p>
            <a:pPr lvl="4"/>
            <a:r>
              <a:rPr lang="en-US" dirty="0">
                <a:sym typeface="+mn-ea"/>
              </a:rPr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>
            <a:lvl1pPr>
              <a:defRPr sz="4400"/>
            </a:lvl1pPr>
          </a:lstStyle>
          <a:p>
            <a:r>
              <a:rPr lang="en-US" dirty="0" smtClean="0">
                <a:sym typeface="+mn-ea"/>
              </a:rPr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744961"/>
            <a:ext cx="5157787" cy="823912"/>
          </a:xfrm>
        </p:spPr>
        <p:txBody>
          <a:bodyPr anchor="b"/>
          <a:lstStyle>
            <a:lvl1pPr marL="0" indent="0">
              <a:buNone/>
              <a:defRPr sz="2400" b="1"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615609"/>
            <a:ext cx="5157787" cy="3574054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744961"/>
            <a:ext cx="5183188" cy="823912"/>
          </a:xfrm>
        </p:spPr>
        <p:txBody>
          <a:bodyPr anchor="b"/>
          <a:lstStyle>
            <a:lvl1pPr marL="0" indent="0">
              <a:buNone/>
              <a:defRPr sz="2400" b="1"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615609"/>
            <a:ext cx="5183188" cy="3574054"/>
          </a:xfrm>
        </p:spPr>
        <p:txBody>
          <a:bodyPr/>
          <a:lstStyle/>
          <a:p>
            <a:pPr lvl="0"/>
            <a:r>
              <a:rPr lang="en-US" dirty="0">
                <a:sym typeface="+mn-ea"/>
              </a:rPr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2766219"/>
            <a:ext cx="10515600" cy="1325563"/>
          </a:xfrm>
        </p:spPr>
        <p:txBody>
          <a:bodyPr>
            <a:normAutofit/>
          </a:bodyPr>
          <a:lstStyle>
            <a:lvl1pPr algn="ctr">
              <a:defRPr sz="4400" b="0">
                <a:effectLst/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6747" y="127000"/>
            <a:ext cx="4165200" cy="1600200"/>
          </a:xfrm>
        </p:spPr>
        <p:txBody>
          <a:bodyPr anchor="ctr" anchorCtr="0">
            <a:normAutofit/>
          </a:bodyPr>
          <a:lstStyle>
            <a:lvl1pPr>
              <a:defRPr sz="3200" b="0">
                <a:effectLst/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4000" y="766354"/>
            <a:ext cx="5817375" cy="5094446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51827" y="2057400"/>
            <a:ext cx="4165200" cy="3811588"/>
          </a:xfrm>
        </p:spPr>
        <p:txBody>
          <a:bodyPr>
            <a:normAutofit/>
          </a:bodyPr>
          <a:lstStyle>
            <a:lvl1pPr marL="0" indent="0">
              <a:lnSpc>
                <a:spcPct val="150000"/>
              </a:lnSpc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FD9D74-47D9-4702-A33C-335B63B48DBF}" type="datetimeFigureOut">
              <a:rPr lang="en-US" smtClean="0"/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BC47A4-756D-490B-A52F-7D9E2C9FC05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824484" y="365125"/>
            <a:ext cx="1529316" cy="5811838"/>
          </a:xfrm>
        </p:spPr>
        <p:txBody>
          <a:bodyPr vert="eaVert">
            <a:normAutofit/>
          </a:bodyPr>
          <a:lstStyle>
            <a:lvl1pPr>
              <a:defRPr sz="44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8879958" cy="5811838"/>
          </a:xfrm>
        </p:spPr>
        <p:txBody>
          <a:bodyPr vert="eaVert"/>
          <a:lstStyle/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  <p:sp>
        <p:nvSpPr>
          <p:cNvPr id="7" name="Content Placeholder 6"/>
          <p:cNvSpPr>
            <a:spLocks noGrp="1"/>
          </p:cNvSpPr>
          <p:nvPr>
            <p:ph sz="quarter" idx="13"/>
          </p:nvPr>
        </p:nvSpPr>
        <p:spPr>
          <a:xfrm>
            <a:off x="838200" y="551543"/>
            <a:ext cx="10515600" cy="5558971"/>
          </a:xfrm>
        </p:spPr>
        <p:txBody>
          <a:bodyPr/>
          <a:lstStyle/>
          <a:p>
            <a:pPr lvl="0"/>
            <a:r>
              <a:rPr lang="en-US" dirty="0">
                <a:sym typeface="+mn-ea"/>
              </a:rPr>
              <a:t>Click to edit Master text styles</a:t>
            </a:r>
            <a:endParaRPr lang="en-US" dirty="0"/>
          </a:p>
          <a:p>
            <a:pPr lvl="1"/>
            <a:r>
              <a:rPr lang="en-US" dirty="0">
                <a:sym typeface="+mn-ea"/>
              </a:rPr>
              <a:t>Second level</a:t>
            </a:r>
            <a:endParaRPr lang="en-US" dirty="0"/>
          </a:p>
          <a:p>
            <a:pPr lvl="2"/>
            <a:r>
              <a:rPr lang="en-US" dirty="0">
                <a:sym typeface="+mn-ea"/>
              </a:rPr>
              <a:t>Third level</a:t>
            </a:r>
            <a:endParaRPr lang="en-US" dirty="0"/>
          </a:p>
          <a:p>
            <a:pPr lvl="3"/>
            <a:r>
              <a:rPr lang="en-US" dirty="0">
                <a:sym typeface="+mn-ea"/>
              </a:rPr>
              <a:t>Fourth level</a:t>
            </a:r>
            <a:endParaRPr lang="en-US" dirty="0"/>
          </a:p>
          <a:p>
            <a:pPr lvl="4"/>
            <a:r>
              <a:rPr lang="en-US" dirty="0">
                <a:sym typeface="+mn-ea"/>
              </a:rPr>
              <a:t>Fifth level</a:t>
            </a:r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  <a:endParaRPr lang="ru-RU" smtClean="0"/>
          </a:p>
          <a:p>
            <a:pPr lvl="1"/>
            <a:r>
              <a:rPr lang="ru-RU" smtClean="0"/>
              <a:t>Второй уровень</a:t>
            </a:r>
            <a:endParaRPr lang="ru-RU" smtClean="0"/>
          </a:p>
          <a:p>
            <a:pPr lvl="2"/>
            <a:r>
              <a:rPr lang="ru-RU" smtClean="0"/>
              <a:t>Третий уровень</a:t>
            </a:r>
            <a:endParaRPr lang="ru-RU" smtClean="0"/>
          </a:p>
          <a:p>
            <a:pPr lvl="3"/>
            <a:r>
              <a:rPr lang="ru-RU" smtClean="0"/>
              <a:t>Четвертый уровень</a:t>
            </a:r>
            <a:endParaRPr lang="ru-RU" smtClean="0"/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 dirty="0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lang="en-US" dirty="0" smtClean="0"/>
              <a:t>Click to edit Master text styles</a:t>
            </a:r>
            <a:endParaRPr lang="en-US" dirty="0" smtClean="0"/>
          </a:p>
          <a:p>
            <a:pPr lvl="1"/>
            <a:r>
              <a:rPr lang="en-US" dirty="0" smtClean="0"/>
              <a:t>Second level</a:t>
            </a:r>
            <a:endParaRPr lang="en-US" dirty="0" smtClean="0"/>
          </a:p>
          <a:p>
            <a:pPr lvl="2"/>
            <a:r>
              <a:rPr lang="en-US" dirty="0" smtClean="0"/>
              <a:t>Third level</a:t>
            </a:r>
            <a:endParaRPr lang="en-US" dirty="0"/>
          </a:p>
          <a:p>
            <a:pPr lvl="3"/>
            <a:r>
              <a:rPr lang="en-US" dirty="0" smtClean="0"/>
              <a:t>Fourth level</a:t>
            </a:r>
            <a:endParaRPr lang="en-US" dirty="0"/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2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en-US" smtClean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fld id="{49AE70B2-8BF9-45C0-BB95-33D1B9D3A854}" type="slidenum">
              <a:rPr lang="en-US" smtClean="0"/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kern="1200">
          <a:solidFill>
            <a:schemeClr val="tx1"/>
          </a:solidFill>
          <a:latin typeface="Calibri Light" panose="020F0302020204030204" pitchFamily="34" charset="0"/>
          <a:ea typeface="+mj-ea"/>
          <a:cs typeface="+mj-cs"/>
        </a:defRPr>
      </a:lvl1pPr>
    </p:titleStyle>
    <p:bodyStyle>
      <a:lvl1pPr marL="0" marR="0" indent="0" algn="l" defTabSz="914400" rtl="0" eaLnBrk="1" fontAlgn="auto" latinLnBrk="0" hangingPunct="1">
        <a:lnSpc>
          <a:spcPct val="90000"/>
        </a:lnSpc>
        <a:spcBef>
          <a:spcPts val="1000"/>
        </a:spcBef>
        <a:spcAft>
          <a:spcPts val="0"/>
        </a:spcAft>
        <a:buClrTx/>
        <a:buSzTx/>
        <a:buFont typeface="Arial" panose="020B0604020202020204" pitchFamily="34" charset="0"/>
        <a:buNone/>
        <a:defRPr sz="2800" b="0" kern="1200">
          <a:solidFill>
            <a:schemeClr val="tx1"/>
          </a:solidFill>
          <a:latin typeface="Calibri Light" panose="020F0302020204030204" pitchFamily="34" charset="0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 baseline="0">
          <a:solidFill>
            <a:schemeClr val="tx1"/>
          </a:solidFill>
          <a:latin typeface="Calibri Light" panose="020F0302020204030204" pitchFamily="34" charset="0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 baseline="0">
          <a:solidFill>
            <a:schemeClr val="tx1"/>
          </a:solidFill>
          <a:effectLst/>
          <a:latin typeface="Calibri Light" panose="020F0302020204030204" pitchFamily="34" charset="0"/>
          <a:ea typeface="+mn-ea"/>
          <a:cs typeface="Calibri Light" panose="020F030202020403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 baseline="0">
          <a:solidFill>
            <a:schemeClr val="tx1"/>
          </a:solidFill>
          <a:effectLst/>
          <a:latin typeface="Calibri Light" panose="020F0302020204030204" pitchFamily="34" charset="0"/>
          <a:ea typeface="+mn-ea"/>
          <a:cs typeface="Calibri Light" panose="020F030202020403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 baseline="0">
          <a:solidFill>
            <a:schemeClr val="tx1"/>
          </a:solidFill>
          <a:effectLst/>
          <a:latin typeface="Calibri Light" panose="020F0302020204030204" pitchFamily="34" charset="0"/>
          <a:ea typeface="+mn-ea"/>
          <a:cs typeface="Calibri Light" panose="020F030202020403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/>
        <p:txBody>
          <a:bodyPr/>
          <a:p>
            <a:r>
              <a:rPr lang="ru-RU" altLang="en-US"/>
              <a:t>Лабораторная работа 8</a:t>
            </a:r>
            <a:endParaRPr lang="ru-RU" altLang="en-US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/>
        <p:txBody>
          <a:bodyPr/>
          <a:p>
            <a:r>
              <a:rPr lang="en-US" altLang="en-US"/>
              <a:t>Оптимизация</a:t>
            </a:r>
            <a:endParaRPr lang="en-US" altLang="en-US"/>
          </a:p>
          <a:p>
            <a:r>
              <a:rPr lang="ru-RU" altLang="en-US"/>
              <a:t>Цвелев С.А. НПИбд-0</a:t>
            </a:r>
            <a:r>
              <a:rPr lang="en-US" altLang="ru-RU"/>
              <a:t>1</a:t>
            </a:r>
            <a:r>
              <a:rPr lang="ru-RU" altLang="en-US"/>
              <a:t>-22</a:t>
            </a:r>
            <a:endParaRPr lang="ru-RU" alt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Заголовок 3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ru-RU" altLang="en-US"/>
              <a:t>Цель работы</a:t>
            </a:r>
            <a:endParaRPr lang="ru-RU" altLang="en-US"/>
          </a:p>
        </p:txBody>
      </p:sp>
      <p:sp>
        <p:nvSpPr>
          <p:cNvPr id="5" name="Замещающее содержимое 4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 altLang="en-US"/>
              <a:t>Основная</a:t>
            </a:r>
            <a:r>
              <a:rPr lang="en-US" altLang="ru-RU"/>
              <a:t> </a:t>
            </a:r>
            <a:r>
              <a:rPr lang="en-US" altLang="en-US"/>
              <a:t>цель</a:t>
            </a:r>
            <a:r>
              <a:rPr lang="en-US" altLang="ru-RU"/>
              <a:t> </a:t>
            </a:r>
            <a:r>
              <a:rPr lang="en-US" altLang="en-US"/>
              <a:t>работы</a:t>
            </a:r>
            <a:r>
              <a:rPr lang="en-US" altLang="ru-RU"/>
              <a:t> — </a:t>
            </a:r>
            <a:r>
              <a:rPr lang="en-US" altLang="en-US"/>
              <a:t>освоить</a:t>
            </a:r>
            <a:r>
              <a:rPr lang="en-US" altLang="ru-RU"/>
              <a:t> </a:t>
            </a:r>
            <a:r>
              <a:rPr lang="en-US" altLang="en-US"/>
              <a:t>пакеты</a:t>
            </a:r>
            <a:r>
              <a:rPr lang="en-US" altLang="ru-RU"/>
              <a:t> Julia </a:t>
            </a:r>
            <a:r>
              <a:rPr lang="en-US" altLang="en-US"/>
              <a:t>для</a:t>
            </a:r>
            <a:r>
              <a:rPr lang="en-US" altLang="ru-RU"/>
              <a:t> </a:t>
            </a:r>
            <a:r>
              <a:rPr lang="en-US" altLang="en-US"/>
              <a:t>решения</a:t>
            </a:r>
            <a:r>
              <a:rPr lang="en-US" altLang="ru-RU"/>
              <a:t> </a:t>
            </a:r>
            <a:r>
              <a:rPr lang="en-US" altLang="en-US"/>
              <a:t>задач</a:t>
            </a:r>
            <a:r>
              <a:rPr lang="en-US" altLang="ru-RU"/>
              <a:t> </a:t>
            </a:r>
            <a:r>
              <a:rPr lang="en-US" altLang="en-US"/>
              <a:t>оптимизации</a:t>
            </a:r>
            <a:r>
              <a:rPr lang="en-US" altLang="ru-RU"/>
              <a:t>.</a:t>
            </a:r>
            <a:endParaRPr lang="en-US" altLang="ru-RU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p>
            <a:r>
              <a:rPr lang="en-US" altLang="en-US"/>
              <a:t>Реш</a:t>
            </a:r>
            <a:r>
              <a:rPr lang="ru-RU" altLang="en-US"/>
              <a:t>ение задачи</a:t>
            </a:r>
            <a:r>
              <a:rPr lang="en-US" altLang="ru-RU"/>
              <a:t> </a:t>
            </a:r>
            <a:r>
              <a:rPr lang="en-US" altLang="en-US"/>
              <a:t>линейного</a:t>
            </a:r>
            <a:r>
              <a:rPr lang="en-US" altLang="ru-RU"/>
              <a:t> </a:t>
            </a:r>
            <a:r>
              <a:rPr lang="en-US" altLang="en-US"/>
              <a:t>программирования</a:t>
            </a:r>
            <a:endParaRPr lang="en-US" altLang="ru-RU"/>
          </a:p>
        </p:txBody>
      </p:sp>
      <p:pic>
        <p:nvPicPr>
          <p:cNvPr id="5" name="Изображение 1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2642870" y="2591435"/>
            <a:ext cx="6524625" cy="2819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p>
            <a:r>
              <a:rPr lang="en-US" altLang="en-US"/>
              <a:t>Линейное</a:t>
            </a:r>
            <a:r>
              <a:rPr lang="en-US" altLang="ru-RU"/>
              <a:t> </a:t>
            </a:r>
            <a:r>
              <a:rPr lang="en-US" altLang="en-US"/>
              <a:t>программирование</a:t>
            </a:r>
            <a:r>
              <a:rPr lang="en-US" altLang="ru-RU"/>
              <a:t>. </a:t>
            </a:r>
            <a:r>
              <a:rPr lang="en-US" altLang="en-US"/>
              <a:t>Использование</a:t>
            </a:r>
            <a:r>
              <a:rPr lang="en-US" altLang="ru-RU"/>
              <a:t> </a:t>
            </a:r>
            <a:r>
              <a:rPr lang="en-US" altLang="en-US"/>
              <a:t>массивов</a:t>
            </a:r>
            <a:endParaRPr lang="en-US" altLang="en-US"/>
          </a:p>
        </p:txBody>
      </p:sp>
      <p:pic>
        <p:nvPicPr>
          <p:cNvPr id="5" name="Изображение 2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4309745" y="2576830"/>
            <a:ext cx="3190875" cy="2847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p>
            <a:r>
              <a:rPr lang="en-US" altLang="en-US"/>
              <a:t>Выпуклое</a:t>
            </a:r>
            <a:r>
              <a:rPr lang="en-US" altLang="ru-RU"/>
              <a:t> </a:t>
            </a:r>
            <a:r>
              <a:rPr lang="en-US" altLang="en-US"/>
              <a:t>программирование</a:t>
            </a:r>
            <a:endParaRPr lang="en-US" altLang="en-US"/>
          </a:p>
        </p:txBody>
      </p:sp>
      <p:pic>
        <p:nvPicPr>
          <p:cNvPr id="5" name="Изображение 3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1155700" y="1825625"/>
            <a:ext cx="9498330" cy="435165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en-US"/>
              <a:t>План</a:t>
            </a:r>
            <a:r>
              <a:rPr lang="en-US" altLang="ru-RU"/>
              <a:t> </a:t>
            </a:r>
            <a:r>
              <a:rPr lang="en-US" altLang="en-US"/>
              <a:t>приготовления</a:t>
            </a:r>
            <a:r>
              <a:rPr lang="en-US" altLang="ru-RU"/>
              <a:t> </a:t>
            </a:r>
            <a:r>
              <a:rPr lang="en-US" altLang="en-US"/>
              <a:t>кофе</a:t>
            </a:r>
            <a:endParaRPr lang="en-US" altLang="en-US"/>
          </a:p>
        </p:txBody>
      </p:sp>
      <p:pic>
        <p:nvPicPr>
          <p:cNvPr id="4" name="Изображение 4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3462020" y="2534285"/>
            <a:ext cx="4886325" cy="2933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微软雅黑"/>
        <a:ea typeface=""/>
        <a:cs typeface=""/>
        <a:font script="Jpan" typeface="游ゴシック Light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微软雅黑"/>
        <a:ea typeface=""/>
        <a:cs typeface=""/>
        <a:font script="Jpan" typeface="游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278</Words>
  <Application>WPS Presentation</Application>
  <PresentationFormat>宽屏</PresentationFormat>
  <Paragraphs>17</Paragraphs>
  <Slides>6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6</vt:i4>
      </vt:variant>
    </vt:vector>
  </HeadingPairs>
  <TitlesOfParts>
    <vt:vector size="14" baseType="lpstr">
      <vt:lpstr>Arial</vt:lpstr>
      <vt:lpstr>SimSun</vt:lpstr>
      <vt:lpstr>Wingdings</vt:lpstr>
      <vt:lpstr>Calibri Light</vt:lpstr>
      <vt:lpstr>Microsoft YaHei</vt:lpstr>
      <vt:lpstr>Arial Unicode MS</vt:lpstr>
      <vt:lpstr>Calibri</vt:lpstr>
      <vt:lpstr>Office Theme</vt:lpstr>
      <vt:lpstr>Лабораторная работа 7</vt:lpstr>
      <vt:lpstr>Цель работы</vt:lpstr>
      <vt:lpstr>Кластеризация</vt:lpstr>
      <vt:lpstr>Регрессия</vt:lpstr>
      <vt:lpstr>Модель ценообразования биномиальных опционов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/>
  <cp:lastModifiedBy>Грибобес</cp:lastModifiedBy>
  <cp:revision>20</cp:revision>
  <dcterms:created xsi:type="dcterms:W3CDTF">2024-01-28T20:18:00Z</dcterms:created>
  <dcterms:modified xsi:type="dcterms:W3CDTF">2026-03-17T18:42:09Z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1049-12.2.0.23196</vt:lpwstr>
  </property>
  <property fmtid="{D5CDD505-2E9C-101B-9397-08002B2CF9AE}" pid="3" name="ICV">
    <vt:lpwstr>82569B5933DC4A2F9B03B25A265A4C68_12</vt:lpwstr>
  </property>
</Properties>
</file>