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4" r:id="rId5"/>
    <p:sldId id="271" r:id="rId6"/>
    <p:sldId id="258" r:id="rId7"/>
    <p:sldId id="272" r:id="rId8"/>
    <p:sldId id="275" r:id="rId9"/>
    <p:sldId id="276" r:id="rId10"/>
    <p:sldId id="278" r:id="rId11"/>
    <p:sldId id="277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5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ru-RU" altLang="en-US"/>
              <a:t>Построение графиков</a:t>
            </a:r>
            <a:endParaRPr lang="ru-RU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— </a:t>
            </a:r>
            <a:r>
              <a:rPr lang="en-US" altLang="en-US"/>
              <a:t>освоить</a:t>
            </a:r>
            <a:r>
              <a:rPr lang="en-US" altLang="ru-RU"/>
              <a:t> </a:t>
            </a:r>
            <a:r>
              <a:rPr lang="en-US" altLang="en-US"/>
              <a:t>синтаксис</a:t>
            </a:r>
            <a:r>
              <a:rPr lang="en-US" altLang="ru-RU"/>
              <a:t> </a:t>
            </a:r>
            <a:r>
              <a:rPr lang="en-US" altLang="en-US"/>
              <a:t>языка</a:t>
            </a:r>
            <a:r>
              <a:rPr lang="en-US" altLang="ru-RU"/>
              <a:t> Julia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построения</a:t>
            </a:r>
            <a:r>
              <a:rPr lang="en-US" altLang="ru-RU"/>
              <a:t> </a:t>
            </a:r>
            <a:r>
              <a:rPr lang="en-US" altLang="en-US"/>
              <a:t>графиков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Различные типы графиков</a:t>
            </a:r>
            <a:endParaRPr lang="ru-RU"/>
          </a:p>
        </p:txBody>
      </p:sp>
      <p:pic>
        <p:nvPicPr>
          <p:cNvPr id="4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77515" y="1825625"/>
            <a:ext cx="585470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Грифик функции </a:t>
            </a:r>
            <a:r>
              <a:rPr lang="en-US" altLang="ru-RU"/>
              <a:t> y = sin(x), x = 0, 2π</a:t>
            </a:r>
            <a:endParaRPr lang="en-US" altLang="ru-RU"/>
          </a:p>
        </p:txBody>
      </p:sp>
      <p:pic>
        <p:nvPicPr>
          <p:cNvPr id="4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4845" y="1825625"/>
            <a:ext cx="540067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График функции </a:t>
            </a:r>
            <a:r>
              <a:rPr lang="en-US" altLang="ru-RU"/>
              <a:t>y(x) = πx</a:t>
            </a:r>
            <a:r>
              <a:rPr lang="en-US" altLang="en-US"/>
              <a:t>²</a:t>
            </a:r>
            <a:r>
              <a:rPr lang="en-US" altLang="ru-RU"/>
              <a:t> ln(x)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97580" y="1825625"/>
            <a:ext cx="481520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Графики функции </a:t>
            </a:r>
            <a:r>
              <a:rPr lang="en-US" altLang="ru-RU"/>
              <a:t> y(x) = x</a:t>
            </a:r>
            <a:r>
              <a:rPr lang="en-US" altLang="en-US"/>
              <a:t>³</a:t>
            </a:r>
            <a:r>
              <a:rPr lang="en-US" altLang="ru-RU"/>
              <a:t> − 3x</a:t>
            </a:r>
            <a:endParaRPr lang="en-US" altLang="ru-RU"/>
          </a:p>
        </p:txBody>
      </p:sp>
      <p:pic>
        <p:nvPicPr>
          <p:cNvPr id="5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67710" y="1825625"/>
            <a:ext cx="527494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Г</a:t>
            </a:r>
            <a:r>
              <a:rPr lang="en-US" altLang="en-US"/>
              <a:t>рафики</a:t>
            </a:r>
            <a:r>
              <a:rPr lang="en-US" altLang="ru-RU"/>
              <a:t> </a:t>
            </a:r>
            <a:r>
              <a:rPr lang="en-US" altLang="en-US"/>
              <a:t>функций</a:t>
            </a:r>
            <a:r>
              <a:rPr lang="en-US" altLang="ru-RU"/>
              <a:t> y1(x) = πx </a:t>
            </a:r>
            <a:r>
              <a:rPr lang="en-US" altLang="en-US"/>
              <a:t>и</a:t>
            </a:r>
            <a:r>
              <a:rPr lang="en-US" altLang="ru-RU"/>
              <a:t> y2(x) = exp(x) cos(x)</a:t>
            </a:r>
            <a:endParaRPr lang="en-US" altLang="ru-RU"/>
          </a:p>
        </p:txBody>
      </p:sp>
      <p:pic>
        <p:nvPicPr>
          <p:cNvPr id="5" name="Изображени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29915" y="1825625"/>
            <a:ext cx="554990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/>
              <a:t>Г</a:t>
            </a:r>
            <a:r>
              <a:rPr lang="en-US" altLang="en-US"/>
              <a:t>рафик</a:t>
            </a:r>
            <a:r>
              <a:rPr lang="en-US" altLang="ru-RU"/>
              <a:t> </a:t>
            </a:r>
            <a:r>
              <a:rPr lang="en-US" altLang="en-US"/>
              <a:t>некоторых</a:t>
            </a:r>
            <a:r>
              <a:rPr lang="en-US" altLang="ru-RU"/>
              <a:t> </a:t>
            </a:r>
            <a:r>
              <a:rPr lang="en-US" altLang="en-US"/>
              <a:t>экспериментальных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ru-RU" altLang="en-US"/>
          </a:p>
        </p:txBody>
      </p:sp>
      <p:pic>
        <p:nvPicPr>
          <p:cNvPr id="6" name="Изображени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19705" y="1825625"/>
            <a:ext cx="637032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Точечный график случайных данных</a:t>
            </a:r>
            <a:endParaRPr lang="ru-RU"/>
          </a:p>
        </p:txBody>
      </p:sp>
      <p:pic>
        <p:nvPicPr>
          <p:cNvPr id="7" name="Изображение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77795" y="1825625"/>
            <a:ext cx="645414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3-х мёрный точечный график</a:t>
            </a:r>
            <a:endParaRPr lang="ru-RU" altLang="en-US"/>
          </a:p>
        </p:txBody>
      </p:sp>
      <p:pic>
        <p:nvPicPr>
          <p:cNvPr id="8" name="Изображение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4605" y="1825625"/>
            <a:ext cx="670115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WPS Presentation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5</vt:lpstr>
      <vt:lpstr>Цель работы</vt:lpstr>
      <vt:lpstr>Различные типы графиков</vt:lpstr>
      <vt:lpstr>Грифик функции  y = sin(x), x = 0, 2π</vt:lpstr>
      <vt:lpstr>График функции y(x) = πx² ln(x)</vt:lpstr>
      <vt:lpstr>Графики функции  y(x) = x³ − 3x</vt:lpstr>
      <vt:lpstr>Графики функций y1(x) = πx и y2(x) = exp(x) cos(x)</vt:lpstr>
      <vt:lpstr>График некоторых экспериментальных данных</vt:lpstr>
      <vt:lpstr>Точечный график случайных данных</vt:lpstr>
      <vt:lpstr>3-х мёрный точечный график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15</cp:revision>
  <dcterms:created xsi:type="dcterms:W3CDTF">2024-01-28T20:18:00Z</dcterms:created>
  <dcterms:modified xsi:type="dcterms:W3CDTF">2026-03-17T20:13:13Z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