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ru-RU" altLang="en-US"/>
              <a:t>Лабораторная работа 2</a:t>
            </a:r>
            <a:endParaRPr lang="ru-RU" alt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ru-RU" altLang="en-US"/>
              <a:t>Структуры данных</a:t>
            </a:r>
            <a:endParaRPr lang="ru-RU" altLang="en-US"/>
          </a:p>
          <a:p>
            <a:r>
              <a:rPr lang="ru-RU" altLang="en-US"/>
              <a:t>Цвелев С.А. НПИбд-0</a:t>
            </a:r>
            <a:r>
              <a:rPr lang="en-US" altLang="ru-RU"/>
              <a:t>1</a:t>
            </a:r>
            <a:r>
              <a:rPr lang="ru-RU" altLang="en-US"/>
              <a:t>-22</a:t>
            </a:r>
            <a:endParaRPr lang="ru-RU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Цель работы</a:t>
            </a:r>
            <a:endParaRPr lang="ru-RU" altLang="en-US"/>
          </a:p>
        </p:txBody>
      </p:sp>
      <p:sp>
        <p:nvSpPr>
          <p:cNvPr id="5" name="Замещающее содержимое 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Основная</a:t>
            </a:r>
            <a:r>
              <a:rPr lang="en-US" altLang="ru-RU"/>
              <a:t> </a:t>
            </a:r>
            <a:r>
              <a:rPr lang="en-US" altLang="en-US"/>
              <a:t>цель</a:t>
            </a:r>
            <a:r>
              <a:rPr lang="en-US" altLang="ru-RU"/>
              <a:t> </a:t>
            </a:r>
            <a:r>
              <a:rPr lang="en-US" altLang="en-US"/>
              <a:t>работы</a:t>
            </a:r>
            <a:r>
              <a:rPr lang="en-US" altLang="ru-RU"/>
              <a:t> — </a:t>
            </a:r>
            <a:r>
              <a:rPr lang="en-US" altLang="en-US"/>
              <a:t>изучить</a:t>
            </a:r>
            <a:r>
              <a:rPr lang="en-US" altLang="ru-RU"/>
              <a:t> </a:t>
            </a:r>
            <a:r>
              <a:rPr lang="en-US" altLang="en-US"/>
              <a:t>несколько</a:t>
            </a:r>
            <a:r>
              <a:rPr lang="en-US" altLang="ru-RU"/>
              <a:t> </a:t>
            </a:r>
            <a:r>
              <a:rPr lang="en-US" altLang="en-US"/>
              <a:t>структур</a:t>
            </a:r>
            <a:r>
              <a:rPr lang="en-US" altLang="ru-RU"/>
              <a:t> </a:t>
            </a:r>
            <a:r>
              <a:rPr lang="en-US" altLang="en-US"/>
              <a:t>данных</a:t>
            </a:r>
            <a:r>
              <a:rPr lang="en-US" altLang="ru-RU"/>
              <a:t>, </a:t>
            </a:r>
            <a:r>
              <a:rPr lang="en-US" altLang="en-US"/>
              <a:t>реализованных</a:t>
            </a:r>
            <a:r>
              <a:rPr lang="en-US" altLang="ru-RU"/>
              <a:t> </a:t>
            </a:r>
            <a:r>
              <a:rPr lang="en-US" altLang="en-US"/>
              <a:t>в</a:t>
            </a:r>
            <a:r>
              <a:rPr lang="en-US" altLang="ru-RU"/>
              <a:t> Julia, </a:t>
            </a:r>
            <a:r>
              <a:rPr lang="en-US" altLang="en-US"/>
              <a:t>научиться</a:t>
            </a:r>
            <a:r>
              <a:rPr lang="en-US" altLang="ru-RU"/>
              <a:t> </a:t>
            </a:r>
            <a:r>
              <a:rPr lang="en-US" altLang="en-US"/>
              <a:t>применять</a:t>
            </a:r>
            <a:r>
              <a:rPr lang="en-US" altLang="ru-RU"/>
              <a:t> </a:t>
            </a:r>
            <a:r>
              <a:rPr lang="en-US" altLang="en-US"/>
              <a:t>их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операции</a:t>
            </a:r>
            <a:r>
              <a:rPr lang="en-US" altLang="ru-RU"/>
              <a:t> </a:t>
            </a:r>
            <a:r>
              <a:rPr lang="en-US" altLang="en-US"/>
              <a:t>над</a:t>
            </a:r>
            <a:r>
              <a:rPr lang="en-US" altLang="ru-RU"/>
              <a:t> </a:t>
            </a:r>
            <a:r>
              <a:rPr lang="en-US" altLang="en-US"/>
              <a:t>ними</a:t>
            </a:r>
            <a:r>
              <a:rPr lang="en-US" altLang="ru-RU"/>
              <a:t> </a:t>
            </a:r>
            <a:r>
              <a:rPr lang="en-US" altLang="en-US"/>
              <a:t>для</a:t>
            </a:r>
            <a:r>
              <a:rPr lang="en-US" altLang="ru-RU"/>
              <a:t> </a:t>
            </a:r>
            <a:r>
              <a:rPr lang="en-US" altLang="en-US"/>
              <a:t>решения</a:t>
            </a:r>
            <a:r>
              <a:rPr lang="en-US" altLang="ru-RU"/>
              <a:t> </a:t>
            </a:r>
            <a:r>
              <a:rPr lang="en-US" altLang="en-US"/>
              <a:t>задач</a:t>
            </a:r>
            <a:r>
              <a:rPr lang="en-US" altLang="ru-RU"/>
              <a:t>.</a:t>
            </a:r>
            <a:endParaRPr lang="en-US" alt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/>
              <a:t>Задача со множествами</a:t>
            </a:r>
            <a:endParaRPr lang="ru-RU"/>
          </a:p>
        </p:txBody>
      </p:sp>
      <p:pic>
        <p:nvPicPr>
          <p:cNvPr id="4" name="Изображение 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885440" y="3215005"/>
            <a:ext cx="6038850" cy="157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ru-RU" altLang="en-US"/>
              <a:t>Примеры операций со множествами</a:t>
            </a:r>
            <a:endParaRPr lang="ru-RU" altLang="en-US"/>
          </a:p>
        </p:txBody>
      </p:sp>
      <p:pic>
        <p:nvPicPr>
          <p:cNvPr id="5" name="Изображение 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490720" y="1891030"/>
            <a:ext cx="2828925" cy="421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Создание массивов</a:t>
            </a:r>
            <a:endParaRPr lang="ru-RU" altLang="en-US"/>
          </a:p>
        </p:txBody>
      </p:sp>
      <p:pic>
        <p:nvPicPr>
          <p:cNvPr id="4" name="Изображени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328545" y="3534410"/>
            <a:ext cx="7153275" cy="93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Создание массивов</a:t>
            </a:r>
            <a:endParaRPr lang="ru-RU" altLang="en-US"/>
          </a:p>
        </p:txBody>
      </p:sp>
      <p:pic>
        <p:nvPicPr>
          <p:cNvPr id="5" name="Изображение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180590" y="3615055"/>
            <a:ext cx="7448550" cy="77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Создание массивов</a:t>
            </a:r>
            <a:endParaRPr lang="ru-RU" altLang="en-US"/>
          </a:p>
        </p:txBody>
      </p:sp>
      <p:pic>
        <p:nvPicPr>
          <p:cNvPr id="6" name="Изображение 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399915" y="3491230"/>
            <a:ext cx="3009900" cy="101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Создание вектора</a:t>
            </a:r>
            <a:endParaRPr lang="ru-RU" altLang="en-US"/>
          </a:p>
        </p:txBody>
      </p:sp>
      <p:pic>
        <p:nvPicPr>
          <p:cNvPr id="12" name="Изображение 1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262120" y="3420110"/>
            <a:ext cx="3286125" cy="116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Массив из квадратов</a:t>
            </a:r>
            <a:endParaRPr lang="ru-RU" altLang="en-US"/>
          </a:p>
        </p:txBody>
      </p:sp>
      <p:pic>
        <p:nvPicPr>
          <p:cNvPr id="18" name="Изображение 18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47700" y="3760470"/>
            <a:ext cx="10515600" cy="4813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Массив простых чисел</a:t>
            </a:r>
            <a:endParaRPr lang="ru-RU" altLang="en-US"/>
          </a:p>
        </p:txBody>
      </p:sp>
      <p:pic>
        <p:nvPicPr>
          <p:cNvPr id="19" name="Изображение 19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741420" y="1825625"/>
            <a:ext cx="4327525" cy="4351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371</Words>
  <Application>WPS Presentation</Application>
  <PresentationFormat>宽屏</PresentationFormat>
  <Paragraphs>25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Office Theme</vt:lpstr>
      <vt:lpstr>Лабораторная работа 1</vt:lpstr>
      <vt:lpstr>Цель работы</vt:lpstr>
      <vt:lpstr>Установка Julia</vt:lpstr>
      <vt:lpstr>Проверка документации по командам</vt:lpstr>
      <vt:lpstr>Проверка различных функций</vt:lpstr>
      <vt:lpstr>Создание массивов</vt:lpstr>
      <vt:lpstr>Создание массивов</vt:lpstr>
      <vt:lpstr>PowerPoint 演示文稿</vt:lpstr>
      <vt:lpstr>PowerPoint 演示文稿</vt:lpstr>
      <vt:lpstr>Массив из квадратов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Грибобес</cp:lastModifiedBy>
  <cp:revision>6</cp:revision>
  <dcterms:created xsi:type="dcterms:W3CDTF">2024-01-28T20:18:00Z</dcterms:created>
  <dcterms:modified xsi:type="dcterms:W3CDTF">2026-03-17T17:25:04Z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1049-12.2.0.23196</vt:lpwstr>
  </property>
  <property fmtid="{D5CDD505-2E9C-101B-9397-08002B2CF9AE}" pid="3" name="ICV">
    <vt:lpwstr>82569B5933DC4A2F9B03B25A265A4C68_12</vt:lpwstr>
  </property>
</Properties>
</file>