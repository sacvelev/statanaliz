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64" r:id="rId5"/>
    <p:sldId id="258" r:id="rId6"/>
    <p:sldId id="265" r:id="rId7"/>
    <p:sldId id="266" r:id="rId8"/>
    <p:sldId id="267" r:id="rId9"/>
    <p:sldId id="268" r:id="rId10"/>
    <p:sldId id="269" r:id="rId11"/>
    <p:sldId id="270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en-US"/>
              <a:t>Лабораторная работа </a:t>
            </a:r>
            <a:r>
              <a:rPr lang="en-US" altLang="ru-RU"/>
              <a:t>3</a:t>
            </a:r>
            <a:endParaRPr lang="en-US" alt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Управляющие</a:t>
            </a:r>
            <a:r>
              <a:rPr lang="en-US" altLang="ru-RU"/>
              <a:t> </a:t>
            </a:r>
            <a:r>
              <a:rPr lang="en-US" altLang="en-US"/>
              <a:t>структуры</a:t>
            </a:r>
            <a:endParaRPr lang="en-US" altLang="en-US"/>
          </a:p>
          <a:p>
            <a:r>
              <a:rPr lang="ru-RU" altLang="en-US"/>
              <a:t>Цвелев С.А. НПИбд-0</a:t>
            </a:r>
            <a:r>
              <a:rPr lang="en-US" altLang="ru-RU"/>
              <a:t>1</a:t>
            </a:r>
            <a:r>
              <a:rPr lang="ru-RU" altLang="en-US"/>
              <a:t>-22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Цель работы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Основная</a:t>
            </a:r>
            <a:r>
              <a:rPr lang="en-US" altLang="ru-RU"/>
              <a:t> </a:t>
            </a:r>
            <a:r>
              <a:rPr lang="en-US" altLang="en-US"/>
              <a:t>цель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— </a:t>
            </a:r>
            <a:r>
              <a:rPr lang="en-US" altLang="en-US"/>
              <a:t>освоить</a:t>
            </a:r>
            <a:r>
              <a:rPr lang="en-US" altLang="ru-RU"/>
              <a:t> </a:t>
            </a:r>
            <a:r>
              <a:rPr lang="en-US" altLang="en-US"/>
              <a:t>применение</a:t>
            </a:r>
            <a:r>
              <a:rPr lang="en-US" altLang="ru-RU"/>
              <a:t> </a:t>
            </a:r>
            <a:r>
              <a:rPr lang="en-US" altLang="en-US"/>
              <a:t>циклов</a:t>
            </a:r>
            <a:r>
              <a:rPr lang="en-US" altLang="ru-RU"/>
              <a:t>, </a:t>
            </a:r>
            <a:r>
              <a:rPr lang="en-US" altLang="en-US"/>
              <a:t>функций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сторонних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Julia </a:t>
            </a:r>
            <a:r>
              <a:rPr lang="en-US" altLang="en-US"/>
              <a:t>пакетов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решения</a:t>
            </a:r>
            <a:r>
              <a:rPr lang="en-US" altLang="ru-RU"/>
              <a:t> </a:t>
            </a:r>
            <a:r>
              <a:rPr lang="en-US" altLang="en-US"/>
              <a:t>задач</a:t>
            </a:r>
            <a:r>
              <a:rPr lang="en-US" altLang="ru-RU"/>
              <a:t> </a:t>
            </a:r>
            <a:r>
              <a:rPr lang="en-US" altLang="en-US"/>
              <a:t>линейной</a:t>
            </a:r>
            <a:r>
              <a:rPr lang="en-US" altLang="ru-RU"/>
              <a:t> </a:t>
            </a:r>
            <a:r>
              <a:rPr lang="en-US" altLang="en-US"/>
              <a:t>алгебры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матрицами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Использование циклов </a:t>
            </a:r>
            <a:r>
              <a:rPr lang="en-US" altLang="ru-RU"/>
              <a:t>while </a:t>
            </a:r>
            <a:r>
              <a:rPr lang="ru-RU" altLang="ru-RU"/>
              <a:t>и </a:t>
            </a:r>
            <a:r>
              <a:rPr lang="en-US" altLang="ru-RU"/>
              <a:t>for</a:t>
            </a:r>
            <a:endParaRPr lang="en-US" altLang="ru-RU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62830" y="1825625"/>
            <a:ext cx="20840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Оператор с чётными и нечётными числами</a:t>
            </a:r>
            <a:endParaRPr lang="ru-RU" altLang="ru-RU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20465" y="1825625"/>
            <a:ext cx="436880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Функция</a:t>
            </a:r>
            <a:r>
              <a:rPr lang="en-US" altLang="en-US"/>
              <a:t> add_one</a:t>
            </a:r>
            <a:endParaRPr lang="en-US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09820" y="3329305"/>
            <a:ext cx="1990725" cy="1343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Работа с матрицами</a:t>
            </a:r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61815" y="2381885"/>
            <a:ext cx="30861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Работа с матрицами</a:t>
            </a:r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31970" y="1825625"/>
            <a:ext cx="314642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Применение функции </a:t>
            </a:r>
            <a:r>
              <a:rPr lang="en-US" altLang="en-US"/>
              <a:t>outer()</a:t>
            </a:r>
            <a:endParaRPr lang="en-US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71545" y="2515235"/>
            <a:ext cx="486727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Применение функции </a:t>
            </a:r>
            <a:r>
              <a:rPr lang="en-US" altLang="en-US"/>
              <a:t>outer()</a:t>
            </a:r>
            <a:endParaRPr lang="en-US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71545" y="2515235"/>
            <a:ext cx="486727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Работа с матрицей случайных чисел</a:t>
            </a:r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2902585"/>
            <a:ext cx="10515600" cy="2197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WPS Presentation</Application>
  <PresentationFormat>宽屏</PresentationFormat>
  <Paragraphs>25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Лабораторная работа 2</vt:lpstr>
      <vt:lpstr>Цель работы</vt:lpstr>
      <vt:lpstr>Массив из квадратов</vt:lpstr>
      <vt:lpstr>Задача со множествами</vt:lpstr>
      <vt:lpstr>Массив простых чисел</vt:lpstr>
      <vt:lpstr>PowerPoint 演示文稿</vt:lpstr>
      <vt:lpstr>PowerPoint 演示文稿</vt:lpstr>
      <vt:lpstr>PowerPoint 演示文稿</vt:lpstr>
      <vt:lpstr>Применение функции outer()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Грибобес</cp:lastModifiedBy>
  <cp:revision>11</cp:revision>
  <dcterms:created xsi:type="dcterms:W3CDTF">2024-01-28T20:18:00Z</dcterms:created>
  <dcterms:modified xsi:type="dcterms:W3CDTF">2026-03-17T18:11:11Z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82569B5933DC4A2F9B03B25A265A4C68_12</vt:lpwstr>
  </property>
</Properties>
</file>