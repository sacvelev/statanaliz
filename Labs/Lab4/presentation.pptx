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64" r:id="rId5"/>
    <p:sldId id="271" r:id="rId6"/>
    <p:sldId id="258" r:id="rId7"/>
    <p:sldId id="272" r:id="rId8"/>
    <p:sldId id="274" r:id="rId9"/>
    <p:sldId id="275" r:id="rId10"/>
    <p:sldId id="276" r:id="rId11"/>
    <p:sldId id="277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4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Линейная</a:t>
            </a:r>
            <a:r>
              <a:rPr lang="en-US" altLang="ru-RU"/>
              <a:t> </a:t>
            </a:r>
            <a:r>
              <a:rPr lang="en-US" altLang="en-US"/>
              <a:t>алгебра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изучение</a:t>
            </a:r>
            <a:r>
              <a:rPr lang="en-US" altLang="ru-RU"/>
              <a:t> </a:t>
            </a:r>
            <a:r>
              <a:rPr lang="en-US" altLang="en-US"/>
              <a:t>возможностей</a:t>
            </a:r>
            <a:r>
              <a:rPr lang="en-US" altLang="ru-RU"/>
              <a:t> </a:t>
            </a:r>
            <a:r>
              <a:rPr lang="en-US" altLang="en-US"/>
              <a:t>специализированных</a:t>
            </a:r>
            <a:r>
              <a:rPr lang="en-US" altLang="ru-RU"/>
              <a:t> </a:t>
            </a:r>
            <a:r>
              <a:rPr lang="en-US" altLang="en-US"/>
              <a:t>пакетов</a:t>
            </a:r>
            <a:r>
              <a:rPr lang="en-US" altLang="ru-RU"/>
              <a:t> Julia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выполнения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оценки</a:t>
            </a:r>
            <a:r>
              <a:rPr lang="en-US" altLang="ru-RU"/>
              <a:t> </a:t>
            </a:r>
            <a:r>
              <a:rPr lang="en-US" altLang="en-US"/>
              <a:t>эффективности</a:t>
            </a:r>
            <a:r>
              <a:rPr lang="en-US" altLang="ru-RU"/>
              <a:t> </a:t>
            </a:r>
            <a:r>
              <a:rPr lang="en-US" altLang="en-US"/>
              <a:t>операций</a:t>
            </a:r>
            <a:r>
              <a:rPr lang="en-US" altLang="ru-RU"/>
              <a:t> </a:t>
            </a:r>
            <a:r>
              <a:rPr lang="en-US" altLang="en-US"/>
              <a:t>над</a:t>
            </a:r>
            <a:r>
              <a:rPr lang="en-US" altLang="ru-RU"/>
              <a:t> </a:t>
            </a:r>
            <a:r>
              <a:rPr lang="en-US" altLang="en-US"/>
              <a:t>объектами</a:t>
            </a:r>
            <a:r>
              <a:rPr lang="en-US" altLang="ru-RU"/>
              <a:t> </a:t>
            </a:r>
            <a:r>
              <a:rPr lang="en-US" altLang="en-US"/>
              <a:t>линейной</a:t>
            </a:r>
            <a:r>
              <a:rPr lang="en-US" altLang="ru-RU"/>
              <a:t> </a:t>
            </a:r>
            <a:r>
              <a:rPr lang="en-US" altLang="en-US"/>
              <a:t>алгебры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Умножение вектора самого на себя</a:t>
            </a:r>
            <a:endParaRPr lang="ru-RU"/>
          </a:p>
        </p:txBody>
      </p:sp>
      <p:pic>
        <p:nvPicPr>
          <p:cNvPr id="5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57395" y="3296285"/>
            <a:ext cx="26955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Умножение вектора самого на себя</a:t>
            </a:r>
            <a:endParaRPr lang="ru-RU"/>
          </a:p>
        </p:txBody>
      </p:sp>
      <p:pic>
        <p:nvPicPr>
          <p:cNvPr id="7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28845" y="3496310"/>
            <a:ext cx="235267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Решение СЛАУ с 2 неизвестными</a:t>
            </a:r>
            <a:endParaRPr lang="ru-RU" altLang="ru-RU"/>
          </a:p>
        </p:txBody>
      </p:sp>
      <p:pic>
        <p:nvPicPr>
          <p:cNvPr id="7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85920" y="3239135"/>
            <a:ext cx="34385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Решение СЛАУ</a:t>
            </a:r>
            <a:endParaRPr lang="ru-RU" altLang="ru-RU"/>
          </a:p>
        </p:txBody>
      </p:sp>
      <p:pic>
        <p:nvPicPr>
          <p:cNvPr id="4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33165" y="1848485"/>
            <a:ext cx="434340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Решение СЛАУ</a:t>
            </a:r>
            <a:endParaRPr lang="ru-RU" altLang="ru-RU"/>
          </a:p>
        </p:txBody>
      </p:sp>
      <p:pic>
        <p:nvPicPr>
          <p:cNvPr id="6" name="Изображение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62070" y="2738755"/>
            <a:ext cx="40862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Операции с матрицами</a:t>
            </a:r>
            <a:endParaRPr lang="ru-RU" altLang="en-US"/>
          </a:p>
        </p:txBody>
      </p:sp>
      <p:pic>
        <p:nvPicPr>
          <p:cNvPr id="6" name="Изображени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80180" y="1825625"/>
            <a:ext cx="385000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Операции с матрицами</a:t>
            </a:r>
            <a:endParaRPr lang="ru-RU" altLang="en-US"/>
          </a:p>
        </p:txBody>
      </p:sp>
      <p:pic>
        <p:nvPicPr>
          <p:cNvPr id="8" name="Замещающее содержимое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18740" y="1934210"/>
            <a:ext cx="65722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Собственные значения матрицы</a:t>
            </a:r>
            <a:endParaRPr lang="ru-RU" altLang="en-US"/>
          </a:p>
        </p:txBody>
      </p:sp>
      <p:pic>
        <p:nvPicPr>
          <p:cNvPr id="9" name="Замещающее содержимое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1870" y="2405380"/>
            <a:ext cx="728662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Presentation</Application>
  <PresentationFormat>宽屏</PresentationFormat>
  <Paragraphs>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3</vt:lpstr>
      <vt:lpstr>Цель работы</vt:lpstr>
      <vt:lpstr>Использование циклов while и for</vt:lpstr>
      <vt:lpstr>Умножение вектора самого на себя</vt:lpstr>
      <vt:lpstr>Оператор с чётными и нечётными числами</vt:lpstr>
      <vt:lpstr>Решение СЛАУ</vt:lpstr>
      <vt:lpstr>Решение СЛАУ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12</cp:revision>
  <dcterms:created xsi:type="dcterms:W3CDTF">2024-01-28T20:18:00Z</dcterms:created>
  <dcterms:modified xsi:type="dcterms:W3CDTF">2026-03-17T18:19:00Z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