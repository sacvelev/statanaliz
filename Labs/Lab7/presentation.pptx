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64" r:id="rId5"/>
    <p:sldId id="271" r:id="rId6"/>
    <p:sldId id="278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7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Введение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работу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данными</a:t>
            </a:r>
            <a:endParaRPr lang="en-US" altLang="en-US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Основной</a:t>
            </a:r>
            <a:r>
              <a:rPr lang="en-US" altLang="ru-RU"/>
              <a:t> </a:t>
            </a:r>
            <a:r>
              <a:rPr lang="en-US" altLang="en-US"/>
              <a:t>целью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является</a:t>
            </a:r>
            <a:r>
              <a:rPr lang="en-US" altLang="ru-RU"/>
              <a:t> </a:t>
            </a:r>
            <a:r>
              <a:rPr lang="en-US" altLang="en-US"/>
              <a:t>изучение</a:t>
            </a:r>
            <a:r>
              <a:rPr lang="en-US" altLang="ru-RU"/>
              <a:t> </a:t>
            </a:r>
            <a:r>
              <a:rPr lang="en-US" altLang="en-US"/>
              <a:t>специализированных</a:t>
            </a:r>
            <a:r>
              <a:rPr lang="en-US" altLang="ru-RU"/>
              <a:t> </a:t>
            </a:r>
            <a:r>
              <a:rPr lang="en-US" altLang="en-US"/>
              <a:t>пакетов</a:t>
            </a:r>
            <a:r>
              <a:rPr lang="en-US" altLang="ru-RU"/>
              <a:t> Julia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обработки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/>
              <a:t>Кластеризация</a:t>
            </a:r>
            <a:endParaRPr lang="ru-RU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67735" y="1825625"/>
            <a:ext cx="487426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Регрессия</a:t>
            </a:r>
            <a:endParaRPr lang="ru-RU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98215" y="1825625"/>
            <a:ext cx="48133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Модель</a:t>
            </a:r>
            <a:r>
              <a:rPr lang="en-US" altLang="ru-RU"/>
              <a:t> </a:t>
            </a:r>
            <a:r>
              <a:rPr lang="en-US" altLang="en-US"/>
              <a:t>ценообразования</a:t>
            </a:r>
            <a:r>
              <a:rPr lang="en-US" altLang="ru-RU"/>
              <a:t> </a:t>
            </a:r>
            <a:r>
              <a:rPr lang="en-US" altLang="en-US"/>
              <a:t>биномиальных</a:t>
            </a:r>
            <a:r>
              <a:rPr lang="en-US" altLang="ru-RU"/>
              <a:t> </a:t>
            </a:r>
            <a:r>
              <a:rPr lang="en-US" altLang="en-US"/>
              <a:t>опционов</a:t>
            </a:r>
            <a:endParaRPr lang="en-US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23055" y="1825625"/>
            <a:ext cx="3564255" cy="4351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WPS Presentation</Application>
  <PresentationFormat>宽屏</PresentationFormat>
  <Paragraphs>15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6</vt:lpstr>
      <vt:lpstr>Цель работы</vt:lpstr>
      <vt:lpstr>Модель роста численности изолированной популяции (модель Мальтуса)</vt:lpstr>
      <vt:lpstr>Логистическая модель роста популяции</vt:lpstr>
      <vt:lpstr>Модель свободных колебаний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19</cp:revision>
  <dcterms:created xsi:type="dcterms:W3CDTF">2024-01-28T20:18:00Z</dcterms:created>
  <dcterms:modified xsi:type="dcterms:W3CDTF">2026-03-17T18:38:29Z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